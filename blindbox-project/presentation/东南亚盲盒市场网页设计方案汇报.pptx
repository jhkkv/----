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东南亚盲盒市场网页设计方案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86F7"/>
                </a:solidFill>
                <a:latin typeface="Microsoft YaHei"/>
              </a:defRPr>
            </a:pPr>
            <a:r>
              <a:t>市场分析  |  设计方案  |  风格评估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市场机会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东南亚盲盒市场年复合增长率（CAGR）达28.5%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2025年市场规模预计达25亿美元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泡泡玛特海外收入突破50亿元人民币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泰国、越南、印尼为核心增长引擎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年轻人口结构占主导（中位年龄约30岁）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• 社交媒体渗透率全球领先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深度分析东南亚盲盒市场数据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设计10套网页模板概念方案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评估品牌风格适配性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推荐最佳市场解决方案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提供可落地的设计指南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  ✓ 交付可部署的HTML原型文件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全球盲盒市场概览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429000"/>
            <a:ext cx="1828800" cy="1609344"/>
          </a:xfrm>
          <a:prstGeom prst="round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DC3C7"/>
                </a:solidFill>
                <a:latin typeface="Microsoft YaHei"/>
              </a:defRPr>
            </a:pPr>
            <a:r>
              <a:t>70亿美元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2022年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3086100"/>
            <a:ext cx="1828800" cy="1952243"/>
          </a:xfrm>
          <a:prstGeom prst="roundRect">
            <a:avLst/>
          </a:prstGeom>
          <a:solidFill>
            <a:srgbClr val="4F8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7203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86F7"/>
                </a:solidFill>
                <a:latin typeface="Microsoft YaHei"/>
              </a:defRPr>
            </a:pPr>
            <a:r>
              <a:t>85亿美元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2023年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628900"/>
            <a:ext cx="1828800" cy="24094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631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105亿美元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2024年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103120"/>
            <a:ext cx="1828800" cy="2935224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128亿美元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2025年</a:t>
            </a:r>
            <a:br/>
            <a:r>
              <a:t>(预测)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复合年增长率</a:t>
            </a:r>
            <a:br/>
            <a:r>
              <a:t>CAGR 22.5%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核心驱动因素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31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Z世代与千禧一代消费崛起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社交媒体（TikTok）传播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IP联名创新合作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毛绒品类爆发增长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东南亚市场总览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2023年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12亿美元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188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2024年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Microsoft YaHei"/>
              </a:defRPr>
            </a:pPr>
            <a:r>
              <a:t>18亿美元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188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8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2025年(预测)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Microsoft YaHei"/>
              </a:defRPr>
            </a:pPr>
            <a:r>
              <a:t>25亿美元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8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同比增长 +38.9%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1051560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国家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035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35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2024年规模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358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同比增长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035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泡泡玛特门店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9000"/>
            <a:ext cx="1051560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65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泰国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465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5.5亿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465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12家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10515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77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越南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77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8770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2.8亿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77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+55.6%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8770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5家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51960"/>
            <a:ext cx="1051560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2885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印尼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288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288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3.5亿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2885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+59.1%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88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6家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63440"/>
            <a:ext cx="10515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000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马来西亚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700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2.3亿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700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+53.3%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4家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74920"/>
            <a:ext cx="1051560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1114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菲律宾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111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111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1.9亿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114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+58.3%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111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486400"/>
            <a:ext cx="10515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5229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新加坡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522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5522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1.1亿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5229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+37.5%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522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3家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品牌聚焦：泡泡玛特 (9992.HK)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2024年总收入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130.4亿元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海外收入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50.7亿元</a:t>
            </a:r>
            <a:br/>
            <a:r>
              <a:t>同比增长 +375%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东南亚收入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18亿元</a:t>
            </a:r>
            <a:br/>
            <a:r>
              <a:t>同比增长 +414%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097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净利润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34亿元</a:t>
            </a:r>
            <a:br/>
            <a:r>
              <a:t>同比增长 +186%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2608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Labubu现象级IP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香港艺术家Kasing Lung创作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2024年泡泡玛特销售额第一的IP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BLACKPINK Lisa社交媒体曝光引发热议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泰国公主公开购买，引爆社交网络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TikTok与Instagram病毒式传播</a:t>
            </a:r>
          </a:p>
          <a:p>
            <a:pPr>
              <a:spcBef>
                <a:spcPts val="600"/>
              </a:spcBef>
              <a:defRPr sz="1200">
                <a:solidFill>
                  <a:srgbClr val="BDC3C7"/>
                </a:solidFill>
                <a:latin typeface="Microsoft YaHei"/>
              </a:defRPr>
            </a:pPr>
            <a:r>
              <a:t>  • 二手市场溢价达到原价3-5倍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东南亚门店分布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泰国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749040"/>
            <a:ext cx="2351314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29554" y="3703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印尼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114800"/>
            <a:ext cx="1175657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3897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越南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480560"/>
            <a:ext cx="979714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7954" y="4434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马来西亚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846320"/>
            <a:ext cx="783771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2011" y="4800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菲律宾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5212080"/>
            <a:ext cx="587828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6068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新加坡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5577840"/>
            <a:ext cx="587828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6068" y="5532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消费者画像洞察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年龄分布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18-24岁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25-34岁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35-44岁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Microsoft YaHei"/>
              </a:defRPr>
            </a:pPr>
            <a: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45岁以上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4C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09728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性别分布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女性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56DB"/>
                </a:solidFill>
                <a:latin typeface="Microsoft YaHei"/>
              </a:defRPr>
            </a:pPr>
            <a:r>
              <a:t>男性 38%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09728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购买渠道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线下零售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737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电商平台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240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快闪店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自动售货机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246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消费习惯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平均客单价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Microsoft YaHei"/>
              </a:defRPr>
            </a:pPr>
            <a:r>
              <a:t>12.5美元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月均购买频次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2.8次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热门品类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设计师玩具 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IP毛绒 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动漫手办 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文具生活 12%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其他 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10套网页设计方案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电商风格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146304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品牌官网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1463040"/>
            <a:ext cx="640080" cy="64008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社交媒体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0" y="1463040"/>
            <a:ext cx="640080" cy="640080"/>
          </a:xfrm>
          <a:prstGeom prst="ellipse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数据可视化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18872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1463040"/>
            <a:ext cx="640080" cy="640080"/>
          </a:xfrm>
          <a:prstGeom prst="ellipse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极简风格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4114800"/>
            <a:ext cx="640080" cy="640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潮流街头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91840" y="411480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日系可爱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77840" y="411480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科技未来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63840" y="4114800"/>
            <a:ext cx="640080" cy="640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杂志排版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3840480"/>
            <a:ext cx="2011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t>沉浸式全屏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风格评估与推荐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033272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配色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字体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移动 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东南亚 适配度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115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总分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08760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563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07 日系可爱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563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5636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984248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39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03 社交媒体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039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459736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10 沉浸式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935224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990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02 品牌官网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9900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2990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10712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465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06 潮流街头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34655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886200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9410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09 杂志排版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39410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39410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361688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4416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08 科技未来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456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4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376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416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35440" y="4416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4837176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04 数据可视化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0624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208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792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376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0" y="4892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57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5312664"/>
            <a:ext cx="10332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5367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01 电商风格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9456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624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208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1792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376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5367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35440" y="53675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52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788152"/>
            <a:ext cx="1033272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5843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05 极简风格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9456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0040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0624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1208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2376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29600" y="58430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235440" y="58430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" y="63550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东南亚适配度排名：#1 日系可爱(9分)  |  #2 社交媒体(8分)  |  #3 品牌官网/沉浸式(7分)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推荐方案#1：日系可爱风格（东南亚适配度 9/10）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选择理由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文化契合：Kawaii文化在泰国、菲律宾、越南极受欢迎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色彩策略：粉色系(#FF69B4)匹配年轻女性用户偏好（占62%）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视觉丰富：飘落动画、圆角卡片、渐变背景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社交友好：可爱风格天然适合Instagram/TikTok视觉分享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IP匹配：完美契合LABUBU、MOLLY"丑萌"美学风格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优化方案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添加响应式CSS，移动端优先设计（&gt;80%手机用户）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集成LABUBU、MOLLY等IP角色视觉元素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添加完整购买流程和价格展示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支持泰语、越南语、印尼语等多语言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添加"开箱"动画交互体验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集成TikTok Shop和Shopee购物链接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推荐方案#2：社交媒体风格（东南亚适配度 8/10）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东南亚社交媒体使用率全球最高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TikTok Shop在区域爆发式增长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UGC内容驱动盲盒"开箱"分享文化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移动优先布局，底部导航栏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单列信息流天然适配手机屏幕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• 清晰的转化路径：发现→互动→购买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整合方案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接入TikTok Shop、Shopee、Lazada购买链接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开箱视频展示功能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本地KOL/网红内容展示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支持本地支付：GrabPay、GoPay、PromptPay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社交分享：LINE、Zalo、WhatsApp、TikTok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  ✓ 话题活动和UGC展示墙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推荐方案#3：混合解决方案（品牌官网 + 日系可爱融合）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91440" cy="2377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Hero区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全屏布局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糖果色渐变替换深蓝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品牌宣言+行动按钮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91440" cy="2377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概念卡片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三列卡片布局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增加可爱插画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暖色系配色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91440" cy="23774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社交证明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简化数据展示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粉丝数、开箱数、评分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可视化受欢迎程度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91440" cy="2377440"/>
          </a:xfrm>
          <a:prstGeom prst="rect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品牌故事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图文排版布局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增加IP角色展示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文化叙事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84048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840480"/>
            <a:ext cx="91440" cy="2377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产品网格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圆角卡片设计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渐变背景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可爱标签+价签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84048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840480"/>
            <a:ext cx="91440" cy="2377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行动号召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圆角按钮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社交分享按钮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东南亚社交链接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东南亚设计指南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推荐配色方案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74320" cy="256032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#FF69B4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主色-粉色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Kawaii美学核心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03120"/>
            <a:ext cx="274320" cy="256032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#4FACFE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辅色-天蓝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清新活力感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68880"/>
            <a:ext cx="274320" cy="256032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#43E97B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辅色-薄荷绿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热带氛围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834640"/>
            <a:ext cx="274320" cy="256032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#FFD93D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辅色-暖黄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泰国市场偏好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00400"/>
            <a:ext cx="274320" cy="256032"/>
          </a:xfrm>
          <a:prstGeom prst="roundRect">
            <a:avLst/>
          </a:prstGeom>
          <a:solidFill>
            <a:srgbClr val="FF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#FF2442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行动-红色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价格和CTA强调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必备功能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移动优先设计（&gt;80%移动用户）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多语言：泰语、越南语、印尼语、马来语、英语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本地支付：GrabPay、GoPay、ShopeePay、PromptPay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社交分享：LINE、Zalo、WhatsApp、TikTok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轻量化页面（部分地区网络较慢）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• 开箱动画交互体验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10972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2025-2026年东南亚设计趋势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"丑萌"美学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LABUBU式怪诞+可爱融合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糖果/粉彩色系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柔和梦幻色彩搭配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Y2K复古回潮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千禧年美学复兴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文化融合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本地艺术家联名合作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毛绒品类热门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毛绒挂件盲盒大热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社交优先设计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394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TikTok/Instagram友好视觉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项目成果总结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37160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市场数据报告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东南亚6国市场分析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JSON+Markdown双格式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2023-2025数据覆盖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1371600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网页设计模板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10套HTML设计方案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零外部依赖，独立可用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交互式原型展示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1371600"/>
            <a:ext cx="822960" cy="8229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风格评估报告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7维度评分体系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4品牌设计分析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3级推荐方案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188720"/>
            <a:ext cx="27432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1371600"/>
            <a:ext cx="822960" cy="822960"/>
          </a:xfrm>
          <a:prstGeom prst="ellipse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综合验收报告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总分8.2/10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4维度质量验证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  <a:latin typeface="Microsoft YaHei"/>
              </a:defRPr>
            </a:pPr>
            <a:r>
              <a:t>问题追踪与整改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572000"/>
            <a:ext cx="11430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验收评分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数据质量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网页模板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7/10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风格分析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9/10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8/10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总分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4C"/>
                </a:solidFill>
                <a:latin typeface="Microsoft YaHei"/>
              </a:defRPr>
            </a:pPr>
            <a:r>
              <a:t>8.2/10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Microsoft YaHei"/>
              </a:defRPr>
            </a:pPr>
            <a:r>
              <a:t>后续行动计划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32588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阶段一：响应式设计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为所有模板添加媒体查询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移动优先设计方法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测试320px、768px、1024px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预计1周完成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32588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阶段二：A/B测试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在泰国、越南、菲律宾市场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测试Top 3模板方案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测量转化率数据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预计2周完成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0" y="1325880"/>
            <a:ext cx="640080" cy="64008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阶段三：本地化整合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接入本地支付网关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连接TikTok Shop和Shopee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添加多语言支持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预计3周完成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188720"/>
            <a:ext cx="2743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0" y="1325880"/>
            <a:ext cx="640080" cy="640080"/>
          </a:xfrm>
          <a:prstGeom prst="ellipse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阶段四：内容升级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替换emoji为真实产品图片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添加IP角色插画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创建开箱动画效果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• 预计2周完成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120640"/>
            <a:ext cx="11430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优先级矩阵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23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[高]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所有模板添加响应式CSS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5623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Microsoft YaHei"/>
              </a:defRPr>
            </a:pPr>
            <a:r>
              <a:t>[高]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9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移动端优先优化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8" y="5623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[中]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78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目标市场A/B测试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[中]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本地支付整合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59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F8C8D"/>
                </a:solidFill>
                <a:latin typeface="Microsoft YaHei"/>
              </a:defRPr>
            </a:pPr>
            <a:r>
              <a:t>[低]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39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用真实图片替换emoji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8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F8C8D"/>
                </a:solidFill>
                <a:latin typeface="Microsoft YaHei"/>
              </a:defRPr>
            </a:pPr>
            <a:r>
              <a:t>[低]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78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JavaScript错误处理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86F7"/>
                </a:solidFill>
                <a:latin typeface="Microsoft YaHei"/>
              </a:defRPr>
            </a:pPr>
            <a:r>
              <a:t>东南亚盲盒市场网页设计方案汇报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