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f83775143d7420a" /><Relationship Type="http://schemas.openxmlformats.org/package/2006/relationships/metadata/core-properties" Target="/docProps/core.xml" Id="R8b29d37d827a472f" /><Relationship Type="http://schemas.openxmlformats.org/officeDocument/2006/relationships/extended-properties" Target="/docProps/app.xml" Id="R8b41982b6cd14e8e" /><Relationship Type="http://schemas.openxmlformats.org/officeDocument/2006/relationships/custom-properties" Target="/docProps/custom.xml" Id="Rfecc9e22f3bc45f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d3bb86ecac647a8"/>
    <p:sldId id="257" r:id="Ra231d31336c74ff1"/>
    <p:sldId id="258" r:id="R5f068cafcf874663"/>
    <p:sldId id="259" r:id="R7238bbb847fc482e"/>
    <p:sldId id="260" r:id="Ra1405b34341b41f2"/>
    <p:sldId id="261" r:id="Rcaecc1a49c7f4f9e"/>
    <p:sldId id="262" r:id="R7d4ddcd8d4234e36"/>
    <p:sldId id="263" r:id="Re82cd8b5f8ee49f1"/>
    <p:sldId id="264" r:id="R32c392a24cfa4519"/>
    <p:sldId id="265" r:id="Rcb50440ee5ac4218"/>
    <p:sldId id="266" r:id="R8e0862e3bea04d6e"/>
    <p:sldId id="267" r:id="R518e401e06c94f9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d3bb86ecac647a8" /><Relationship Type="http://schemas.openxmlformats.org/officeDocument/2006/relationships/slide" Target="/ppt/slides/slide2.xml" Id="Ra231d31336c74ff1" /><Relationship Type="http://schemas.openxmlformats.org/officeDocument/2006/relationships/slide" Target="/ppt/slides/slide3.xml" Id="R5f068cafcf874663" /><Relationship Type="http://schemas.openxmlformats.org/officeDocument/2006/relationships/slide" Target="/ppt/slides/slide4.xml" Id="R7238bbb847fc482e" /><Relationship Type="http://schemas.openxmlformats.org/officeDocument/2006/relationships/slide" Target="/ppt/slides/slide5.xml" Id="Ra1405b34341b41f2" /><Relationship Type="http://schemas.openxmlformats.org/officeDocument/2006/relationships/slide" Target="/ppt/slides/slide6.xml" Id="Rcaecc1a49c7f4f9e" /><Relationship Type="http://schemas.openxmlformats.org/officeDocument/2006/relationships/slide" Target="/ppt/slides/slide7.xml" Id="R7d4ddcd8d4234e36" /><Relationship Type="http://schemas.openxmlformats.org/officeDocument/2006/relationships/slide" Target="/ppt/slides/slide8.xml" Id="Re82cd8b5f8ee49f1" /><Relationship Type="http://schemas.openxmlformats.org/officeDocument/2006/relationships/slide" Target="/ppt/slides/slide9.xml" Id="R32c392a24cfa4519" /><Relationship Type="http://schemas.openxmlformats.org/officeDocument/2006/relationships/slide" Target="/ppt/slides/slide10.xml" Id="Rcb50440ee5ac4218" /><Relationship Type="http://schemas.openxmlformats.org/officeDocument/2006/relationships/slide" Target="/ppt/slides/slide11.xml" Id="R8e0862e3bea04d6e" /><Relationship Type="http://schemas.openxmlformats.org/officeDocument/2006/relationships/slide" Target="/ppt/slides/slide12.xml" Id="R518e401e06c94f9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040b5f68a4d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65376a9c040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cf8ef1ebd4b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abc94a5db4a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eb0bdd6d7450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603445d97074f5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ee43091894b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015a4ada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f5ffd9a746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b68c4ce5344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1dc18334b45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cde66c4b54a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58c9cc9f24b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d164bfbb847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506643a14a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47d852e3843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32180572f44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692180f4441a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2201D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文案作品集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1397000" y="2159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文案作品集</a:t>
            </a:r>
          </a:p>
        </p:txBody>
      </p:sp>
      <p:sp>
        <p:nvSpPr>
          <p:cNvPr id="100001" name="TextBox 3"/>
          <p:cNvSpPr txBox="1"/>
          <p:nvPr/>
        </p:nvSpPr>
        <p:spPr>
          <a:xfrm xmlns:a="http://schemas.openxmlformats.org/drawingml/2006/main">
            <a:off x="1397000" y="361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B76E79"/>
                </a:solidFill>
                <a:latin typeface="Microsoft YaHei"/>
                <a:ea typeface="Microsoft YaHei"/>
              </a:rPr>
              <a:t>内容创作 · 文案优化 · 多平台适配</a:t>
            </a:r>
          </a:p>
        </p:txBody>
      </p:sp>
      <p:sp>
        <p:nvSpPr>
          <p:cNvPr id="100002" name="TextBox 4"/>
          <p:cNvSpPr txBox="1"/>
          <p:nvPr/>
        </p:nvSpPr>
        <p:spPr>
          <a:xfrm xmlns:a="http://schemas.openxmlformats.org/drawingml/2006/main">
            <a:off x="1397000" y="4508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8A867F"/>
                </a:solidFill>
                <a:latin typeface="Microsoft YaHei"/>
                <a:ea typeface="Microsoft YaHei"/>
              </a:rPr>
              <a:t>公众号 4  ·  小红书 6  ·  抖音 3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3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F4C81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100004" name="TextBox 3"/>
          <p:cNvSpPr txBox="1"/>
          <p:nvPr/>
        </p:nvSpPr>
        <p:spPr>
          <a:xfrm xmlns:a="http://schemas.openxmlformats.org/drawingml/2006/main">
            <a:off x="1397000" y="1778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F3F3F"/>
                </a:solidFill>
                <a:latin typeface="Microsoft YaHei"/>
                <a:ea typeface="Microsoft YaHei"/>
              </a:rPr>
              <a:t>长文写作 — 把复杂话题拆成人话，用数据与故事建立信任</a:t>
            </a:r>
          </a:p>
        </p:txBody>
      </p:sp>
      <p:sp>
        <p:nvSpPr>
          <p:cNvPr id="100005" name="TextBox 4"/>
          <p:cNvSpPr txBox="1"/>
          <p:nvPr/>
        </p:nvSpPr>
        <p:spPr>
          <a:xfrm xmlns:a="http://schemas.openxmlformats.org/drawingml/2006/main">
            <a:off x="1397000" y="2540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F3F3F"/>
                </a:solidFill>
                <a:latin typeface="Microsoft YaHei"/>
                <a:ea typeface="Microsoft YaHei"/>
              </a:rPr>
              <a:t>种草笔记 — 数字开场、场景共鸣、方法可抄，追求收藏与互动</a:t>
            </a:r>
          </a:p>
        </p:txBody>
      </p:sp>
      <p:sp>
        <p:nvSpPr>
          <p:cNvPr id="100006" name="TextBox 5"/>
          <p:cNvSpPr txBox="1"/>
          <p:nvPr/>
        </p:nvSpPr>
        <p:spPr>
          <a:xfrm xmlns:a="http://schemas.openxmlformats.org/drawingml/2006/main">
            <a:off x="1397000" y="3302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F3F3F"/>
                </a:solidFill>
                <a:latin typeface="Microsoft YaHei"/>
                <a:ea typeface="Microsoft YaHei"/>
              </a:rPr>
              <a:t>口播台本 — 开场钩子、情绪起伏、金句卡、合规自查，为听感而写</a:t>
            </a:r>
          </a:p>
        </p:txBody>
      </p:sp>
      <p:sp>
        <p:nvSpPr>
          <p:cNvPr id="100007" name="TextBox 6"/>
          <p:cNvSpPr txBox="1"/>
          <p:nvPr/>
        </p:nvSpPr>
        <p:spPr>
          <a:xfrm xmlns:a="http://schemas.openxmlformats.org/drawingml/2006/main">
            <a:off x="1397000" y="4064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F3F3F"/>
                </a:solidFill>
                <a:latin typeface="Microsoft YaHei"/>
                <a:ea typeface="Microsoft YaHei"/>
              </a:rPr>
              <a:t>资讯综述 — 每天 30+ 条信息，整理成一篇可读的行业观察</a:t>
            </a:r>
          </a:p>
        </p:txBody>
      </p:sp>
      <p:sp>
        <p:nvSpPr>
          <p:cNvPr id="100008" name="TextBox 7"/>
          <p:cNvSpPr txBox="1"/>
          <p:nvPr/>
        </p:nvSpPr>
        <p:spPr>
          <a:xfrm xmlns:a="http://schemas.openxmlformats.org/drawingml/2006/main">
            <a:off x="1397000" y="4826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F3F3F"/>
                </a:solidFill>
                <a:latin typeface="Microsoft YaHei"/>
                <a:ea typeface="Microsoft YaHei"/>
              </a:rPr>
              <a:t>文案优化 — 把大白话翻译成行业语言，让算法和人同时看懂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9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F4C81"/>
                </a:solidFill>
                <a:latin typeface="Microsoft YaHei"/>
                <a:ea typeface="Microsoft YaHei"/>
              </a:rPr>
              <a:t>公众号 · 长图文</a:t>
            </a:r>
          </a:p>
        </p:txBody>
      </p:sp>
      <p:sp>
        <p:nvSpPr>
          <p:cNvPr id="100010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01｜AI 公众号自动化系统</a:t>
            </a:r>
          </a:p>
        </p:txBody>
      </p:sp>
      <p:sp>
        <p:nvSpPr>
          <p:cNvPr id="100011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从零技术背景到搭起自动采集、筛选、成稿的内容管道</a:t>
            </a:r>
          </a:p>
        </p:txBody>
      </p:sp>
      <p:sp>
        <p:nvSpPr>
          <p:cNvPr id="100012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写作方法：把 30+ 条资讯压缩成决策仪表盘；AI 当编辑，不当代笔</a:t>
            </a:r>
          </a:p>
        </p:txBody>
      </p:sp>
      <p:sp>
        <p:nvSpPr>
          <p:cNvPr id="100013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金句：内容的主线来自我，AI 做组织与查漏补缺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4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F4C81"/>
                </a:solidFill>
                <a:latin typeface="Microsoft YaHei"/>
                <a:ea typeface="Microsoft YaHei"/>
              </a:rPr>
              <a:t>公众号 · 行业观察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02｜北京智能体新政解读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三个陌生名词如何变成职业机会：驾驭层工程、Token 经济、一人公司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写作方法：先结论 → 拆名词 → 落到读者身上</a:t>
            </a:r>
          </a:p>
        </p:txBody>
      </p:sp>
      <p:sp>
        <p:nvSpPr>
          <p:cNvPr id="100018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金句：未来不属于最会用 AI 的人，属于最会驾驭 AI 的人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9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F4C81"/>
                </a:solidFill>
                <a:latin typeface="Microsoft YaHei"/>
                <a:ea typeface="Microsoft YaHei"/>
              </a:rPr>
              <a:t>公众号 · 数据写作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03｜硅谷在抢电，我们在存钱</a:t>
            </a:r>
          </a:p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一组反差数据写透 AI 时代个体处境：存钱增速是借钱的 33 倍</a:t>
            </a:r>
          </a:p>
        </p:txBody>
      </p:sp>
      <p:sp>
        <p:nvSpPr>
          <p:cNvPr id="100022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写作方法：冰火对照结构，从数据 → 洞察 → 行动建议</a:t>
            </a:r>
          </a:p>
        </p:txBody>
      </p:sp>
      <p:sp>
        <p:nvSpPr>
          <p:cNvPr id="100023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金句：浪潮会起伏，但淹死人的从来不是浪潮本身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4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B76E79"/>
                </a:solidFill>
                <a:latin typeface="Microsoft YaHei"/>
                <a:ea typeface="Microsoft YaHei"/>
              </a:rPr>
              <a:t>小红书 · 种草笔记</a:t>
            </a:r>
          </a:p>
        </p:txBody>
      </p:sp>
      <p:sp>
        <p:nvSpPr>
          <p:cNvPr id="100025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01｜投了 100 份没回音？简历里缺了数据</a:t>
            </a:r>
          </a:p>
        </p:txBody>
      </p:sp>
      <p:sp>
        <p:nvSpPr>
          <p:cNvPr id="100026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用三步提示词，把工作大白话剥出可量化数据</a:t>
            </a:r>
          </a:p>
        </p:txBody>
      </p:sp>
      <p:sp>
        <p:nvSpPr>
          <p:cNvPr id="100027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写作方法：数字开场 → 反差点出痛点 → 给可抄的步骤</a:t>
            </a:r>
          </a:p>
        </p:txBody>
      </p:sp>
      <p:sp>
        <p:nvSpPr>
          <p:cNvPr id="100028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互动钩子：评论区聊，在线帮想 AI 还能替你干点啥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9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B76E79"/>
                </a:solidFill>
                <a:latin typeface="Microsoft YaHei"/>
                <a:ea typeface="Microsoft YaHei"/>
              </a:rPr>
              <a:t>小红书 · 转行求职</a:t>
            </a:r>
          </a:p>
        </p:txBody>
      </p:sp>
      <p:sp>
        <p:nvSpPr>
          <p:cNvPr id="100030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02｜转行简历总被拒？用 AI 做经历翻译</a:t>
            </a:r>
          </a:p>
        </p:txBody>
      </p:sp>
      <p:sp>
        <p:nvSpPr>
          <p:cNvPr id="100031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把老行业的语言，翻译成新 JD 看得懂的能力词</a:t>
            </a:r>
          </a:p>
        </p:txBody>
      </p:sp>
      <p:sp>
        <p:nvSpPr>
          <p:cNvPr id="100032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三步法：大白话 → 喂 JD+经历 → 逐条确认不造假</a:t>
            </a:r>
          </a:p>
        </p:txBody>
      </p:sp>
      <p:sp>
        <p:nvSpPr>
          <p:cNvPr id="100033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金句：AI 是翻译官，不是魔术师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4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B76E79"/>
                </a:solidFill>
                <a:latin typeface="Microsoft YaHei"/>
                <a:ea typeface="Microsoft YaHei"/>
              </a:rPr>
              <a:t>小红书 · 效率干货</a:t>
            </a:r>
          </a:p>
        </p:txBody>
      </p:sp>
      <p:sp>
        <p:nvSpPr>
          <p:cNvPr id="100035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03｜手机备忘录 278 条碎片，一条都没变成行动</a:t>
            </a:r>
          </a:p>
        </p:txBody>
      </p:sp>
      <p:sp>
        <p:nvSpPr>
          <p:cNvPr id="100036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用具体数字开场，把信息焦虑讲成每个打工人都有过的体验</a:t>
            </a:r>
          </a:p>
        </p:txBody>
      </p:sp>
      <p:sp>
        <p:nvSpPr>
          <p:cNvPr id="100037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写作方法：共鸣场景 → 给解法 → 互动收尾</a:t>
            </a:r>
          </a:p>
        </p:txBody>
      </p:sp>
      <p:sp>
        <p:nvSpPr>
          <p:cNvPr id="100038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6E79"/>
                </a:solidFill>
                <a:latin typeface="Microsoft YaHei"/>
                <a:ea typeface="Microsoft YaHei"/>
              </a:rPr>
              <a:t>情感收尾：有个兜底的地方，本身就解压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9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A93226"/>
                </a:solidFill>
                <a:latin typeface="Microsoft YaHei"/>
                <a:ea typeface="Microsoft YaHei"/>
              </a:rPr>
              <a:t>抖音 · 口播台本</a:t>
            </a:r>
          </a:p>
        </p:txBody>
      </p:sp>
      <p:sp>
        <p:nvSpPr>
          <p:cNvPr id="100040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01｜今年找工作，到底难在哪？</a:t>
            </a:r>
          </a:p>
        </p:txBody>
      </p:sp>
      <p:sp>
        <p:nvSpPr>
          <p:cNvPr id="100041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9 分钟双人口播：简历、行业、心态、Offer 四板块，12 条金句</a:t>
            </a:r>
          </a:p>
        </p:txBody>
      </p:sp>
      <p:sp>
        <p:nvSpPr>
          <p:cNvPr id="100042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写作方法：开场钩子 → 情绪 V 中带 W → 结尾给力量</a:t>
            </a:r>
          </a:p>
        </p:txBody>
      </p:sp>
      <p:sp>
        <p:nvSpPr>
          <p:cNvPr id="100043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A93226"/>
                </a:solidFill>
                <a:latin typeface="Microsoft YaHei"/>
                <a:ea typeface="Microsoft YaHei"/>
              </a:rPr>
              <a:t>金句：他面的是未来三年的你，不是过去三年的你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4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A93226"/>
                </a:solidFill>
                <a:latin typeface="Microsoft YaHei"/>
                <a:ea typeface="Microsoft YaHei"/>
              </a:rPr>
              <a:t>抖音 · 经济话题</a:t>
            </a:r>
          </a:p>
        </p:txBody>
      </p:sp>
      <p:sp>
        <p:nvSpPr>
          <p:cNvPr id="100045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02｜经济阵痛期，普通人怎么明哲保身？</a:t>
            </a:r>
          </a:p>
        </p:txBody>
      </p:sp>
      <p:sp>
        <p:nvSpPr>
          <p:cNvPr id="100046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4 分钟双人口播：饭碗、现金流、负债、心态，用反差数据开场</a:t>
            </a:r>
          </a:p>
        </p:txBody>
      </p:sp>
      <p:sp>
        <p:nvSpPr>
          <p:cNvPr id="100047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写作方法：数据卡醒目 → 原则不谈具体产品 → 情绪上扬收尾</a:t>
            </a:r>
          </a:p>
        </p:txBody>
      </p:sp>
      <p:sp>
        <p:nvSpPr>
          <p:cNvPr id="100048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A93226"/>
                </a:solidFill>
                <a:latin typeface="Microsoft YaHei"/>
                <a:ea typeface="Microsoft YaHei"/>
              </a:rPr>
              <a:t>金句：低谷不是拿来熬的，是拿来练内功的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9" name="TextBox 2"/>
          <p:cNvSpPr txBox="1"/>
          <p:nvPr/>
        </p:nvSpPr>
        <p:spPr>
          <a:xfrm xmlns:a="http://schemas.openxmlformats.org/drawingml/2006/main">
            <a:off x="1397000" y="571500"/>
            <a:ext cx="5080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A93226"/>
                </a:solidFill>
                <a:latin typeface="Microsoft YaHei"/>
                <a:ea typeface="Microsoft YaHei"/>
              </a:rPr>
              <a:t>抖音 · 短口播</a:t>
            </a:r>
          </a:p>
        </p:txBody>
      </p:sp>
      <p:sp>
        <p:nvSpPr>
          <p:cNvPr id="100050" name="TextBox 3"/>
          <p:cNvSpPr txBox="1"/>
          <p:nvPr/>
        </p:nvSpPr>
        <p:spPr>
          <a:xfrm xmlns:a="http://schemas.openxmlformats.org/drawingml/2006/main">
            <a:off x="1397000" y="1587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2201D"/>
                </a:solidFill>
                <a:latin typeface="Microsoft YaHei"/>
                <a:ea typeface="Microsoft YaHei"/>
              </a:rPr>
              <a:t>代表作 03｜面试官只问了一句最近学了什么</a:t>
            </a:r>
          </a:p>
        </p:txBody>
      </p:sp>
      <p:sp>
        <p:nvSpPr>
          <p:cNvPr id="100051" name="TextBox 4"/>
          <p:cNvSpPr txBox="1"/>
          <p:nvPr/>
        </p:nvSpPr>
        <p:spPr>
          <a:xfrm xmlns:a="http://schemas.openxmlformats.org/drawingml/2006/main">
            <a:off x="1397000" y="2349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60 秒单人口播：一个场景 + 一句金句，把焦虑转成行动</a:t>
            </a:r>
          </a:p>
        </p:txBody>
      </p:sp>
      <p:sp>
        <p:nvSpPr>
          <p:cNvPr id="100052" name="TextBox 5"/>
          <p:cNvSpPr txBox="1"/>
          <p:nvPr/>
        </p:nvSpPr>
        <p:spPr>
          <a:xfrm xmlns:a="http://schemas.openxmlformats.org/drawingml/2006/main">
            <a:off x="1397000" y="3111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3F3F3F"/>
                </a:solidFill>
                <a:latin typeface="Microsoft YaHei"/>
                <a:ea typeface="Microsoft YaHei"/>
              </a:rPr>
              <a:t>写作方法：场景具体 → 转折金句 → 给行动信号 → 互动收尾</a:t>
            </a:r>
          </a:p>
        </p:txBody>
      </p:sp>
      <p:sp>
        <p:nvSpPr>
          <p:cNvPr id="100053" name="TextBox 6"/>
          <p:cNvSpPr txBox="1"/>
          <p:nvPr/>
        </p:nvSpPr>
        <p:spPr>
          <a:xfrm xmlns:a="http://schemas.openxmlformats.org/drawingml/2006/main">
            <a:off x="1397000" y="38735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A93226"/>
                </a:solidFill>
                <a:latin typeface="Microsoft YaHei"/>
                <a:ea typeface="Microsoft YaHei"/>
              </a:rPr>
              <a:t>金句：会什么，是存量；还在学，才是增量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2201D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谢谢</a:t>
            </a:r>
          </a:p>
        </p:txBody>
      </p:sp>
      <p:sp>
        <p:nvSpPr>
          <p:cNvPr id="100054" name="TextBox 2"/>
          <p:cNvSpPr txBox="1"/>
          <p:nvPr/>
        </p:nvSpPr>
        <p:spPr>
          <a:xfrm xmlns:a="http://schemas.openxmlformats.org/drawingml/2006/main">
            <a:off x="1397000" y="2286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Microsoft YaHei"/>
                <a:ea typeface="Microsoft YaHei"/>
              </a:rPr>
              <a:t>文案不是堆砌词藻</a:t>
            </a:r>
          </a:p>
        </p:txBody>
      </p:sp>
      <p:sp>
        <p:nvSpPr>
          <p:cNvPr id="100055" name="TextBox 3"/>
          <p:cNvSpPr txBox="1"/>
          <p:nvPr/>
        </p:nvSpPr>
        <p:spPr>
          <a:xfrm xmlns:a="http://schemas.openxmlformats.org/drawingml/2006/main">
            <a:off x="1397000" y="3175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B76E79"/>
                </a:solidFill>
                <a:latin typeface="Microsoft YaHei"/>
                <a:ea typeface="Microsoft YaHei"/>
              </a:rPr>
              <a:t>是替读者说出他还没说出口的话</a:t>
            </a:r>
          </a:p>
        </p:txBody>
      </p:sp>
      <p:sp>
        <p:nvSpPr>
          <p:cNvPr id="100056" name="TextBox 4"/>
          <p:cNvSpPr txBox="1"/>
          <p:nvPr/>
        </p:nvSpPr>
        <p:spPr>
          <a:xfrm xmlns:a="http://schemas.openxmlformats.org/drawingml/2006/main">
            <a:off x="1397000" y="4318000"/>
            <a:ext cx="9398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8A867F"/>
                </a:solidFill>
                <a:latin typeface="Microsoft YaHei"/>
                <a:ea typeface="Microsoft YaHei"/>
              </a:rPr>
              <a:t>内容创作 · 文案优化 · 多平台适配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2026-08-06T12:53:52Z</dcterms:created>
  <cp:lastModifiedBy>OfficeCLI</cp:lastModifiedBy>
  <dcterms:modified xsi:type="dcterms:W3CDTF">2026-08-06T12:53:52Z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2026-08-06T13:01:44Z</vt:lpwstr>
  </op:property>
</op:Properties>
</file>